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1" r:id="rId5"/>
    <p:sldId id="262" r:id="rId6"/>
    <p:sldId id="272" r:id="rId7"/>
    <p:sldId id="260" r:id="rId8"/>
    <p:sldId id="259" r:id="rId9"/>
    <p:sldId id="256" r:id="rId10"/>
    <p:sldId id="257" r:id="rId11"/>
    <p:sldId id="258" r:id="rId12"/>
    <p:sldId id="263" r:id="rId13"/>
    <p:sldId id="267" r:id="rId14"/>
    <p:sldId id="264" r:id="rId15"/>
    <p:sldId id="265" r:id="rId16"/>
    <p:sldId id="266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3A0D3-F893-6A09-6C35-4BF32B375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19C5E-00A0-9DF6-0B09-61FE615F9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2202D-751F-185D-77C0-D5F666325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0C38E-90CE-4C1D-86C1-F3D1E2512C1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ACD7D-B6A6-386D-923F-62A73B93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A087-AF6D-1688-521F-CDA0445A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B00B-6772-4B47-87C0-84412B2A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26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0B508-8A09-661B-3115-9D129FFB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9878F-621C-06B5-6434-70E011A6C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867D9-17C1-7309-2811-2C64664E3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0C38E-90CE-4C1D-86C1-F3D1E2512C1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80BFE-EFC2-4844-45F9-7001B7706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96AE8-78A3-A2B2-73E9-B2DBD401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B00B-6772-4B47-87C0-84412B2A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33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DE4F-16B4-60DE-2003-53FF9083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EA2D0-1252-6DEB-339B-F245315F9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FCC64-011E-3CA5-9559-008C9C91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0C38E-90CE-4C1D-86C1-F3D1E2512C1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1D401-23F9-290F-51A7-042D014E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0C520-D210-D746-28B9-2417629A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B00B-6772-4B47-87C0-84412B2A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6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C861-9D1C-6B5B-3133-08E0CFED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A49FE-4C81-7895-A53B-C693F14E0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66C26-72E0-F977-3B11-AFCEF98B8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6B32C-E98B-4C9C-CD2C-4B2D6207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0C38E-90CE-4C1D-86C1-F3D1E2512C1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F7B6B-868C-F3D8-EB9F-2B36D7C9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AB814-6E36-D2EB-7CFD-5A903B416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B00B-6772-4B47-87C0-84412B2A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8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3F85C-096C-0D4F-9EFA-F741ED61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C03CA-AA5F-5C83-C758-8AC75307B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185CD-1166-17AE-F9C1-CF6E5D84E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96981D-B15C-E9F4-25D0-89EE39606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9A1412-A68E-4F8C-08CD-C2FC5E0208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1D8366-B59A-3195-2832-3A366844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0C38E-90CE-4C1D-86C1-F3D1E2512C1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E5C95A-A018-5DD2-3814-91B3CB4C0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CBFCDF-3958-D074-73E7-8C7F650B0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B00B-6772-4B47-87C0-84412B2A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2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1EE6-96DD-339E-9431-723885C65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B1B4FD-7A02-CE4B-6B6A-BB6CDF84B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0C38E-90CE-4C1D-86C1-F3D1E2512C1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4E793E-655C-B1AA-1C75-D45AB82A4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3204D-581C-B4FA-1F88-F5A1F3EC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B00B-6772-4B47-87C0-84412B2A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89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B7BD6B-3B99-17B0-1BD5-A57C68DA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0C38E-90CE-4C1D-86C1-F3D1E2512C1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E3857-C4AC-C34C-DAF5-9F5AA702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1D3C9-C4E1-1B18-1EC6-AF855A69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B00B-6772-4B47-87C0-84412B2A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66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28B0-D35A-86E7-21CB-B6B2C826D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D8418-90EA-8F37-6113-5B8FC5612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90082-E95E-97B6-F49D-4AA0218E2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432AC-1496-B6E5-BB11-599AFD4B5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0C38E-90CE-4C1D-86C1-F3D1E2512C1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A4BAB-134C-18E3-F4DC-B4BD923B7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CC18B-6DBA-4F06-2F6D-B149B656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B00B-6772-4B47-87C0-84412B2A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1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5FD2A-C777-A68E-4AF6-FBC5661FE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7C88B1-D7C3-C2C7-7EC4-1410FE89A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3F720-7C8B-5598-DD0E-BB083EDAB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76870-AF3A-F884-ABB9-4FBB4C1B4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0C38E-90CE-4C1D-86C1-F3D1E2512C1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1C7DF-9A74-1FB5-D60A-5D04034E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F978D-4D2E-638B-EE1C-C0ECA10B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B00B-6772-4B47-87C0-84412B2A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6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A8DD0-6369-27E5-404F-7E63E140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E4ED9-10FE-D415-64B5-EBE02DFC7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C3447-B745-D608-D9B1-FB5865EF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0C38E-90CE-4C1D-86C1-F3D1E2512C1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061ED-EA4B-80EE-35B4-0669C81A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D3544-D7C5-91A4-A68C-749FEADBA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B00B-6772-4B47-87C0-84412B2A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18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7B1917-4C57-4E87-E24A-A24F59051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3CD52-67CE-8FF2-1D25-0BBF992DC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356F4-36AD-EF3C-4B39-516AD2A4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0C38E-90CE-4C1D-86C1-F3D1E2512C1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B3D34-C8F8-2636-5EC7-5A2022149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9F8A1-DAA6-6A0F-15CD-761E8E5DF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B00B-6772-4B47-87C0-84412B2A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5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0B9CD-FC2F-42F8-3890-73E281323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46244-EEE6-35BF-9EAB-89F22FF33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59AE3-FB11-5470-79BB-466BDDB98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B0C38E-90CE-4C1D-86C1-F3D1E2512C1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A8062-DA90-F635-8C54-D2811CCA5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F34A1-D634-B9EB-7571-FE6A96739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EB00B-6772-4B47-87C0-84412B2A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5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7B5AD-6F5E-C8A3-3918-8D53F7C20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1B2C937-639B-D3B0-072D-07C68D34D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738" y="140369"/>
            <a:ext cx="5494421" cy="6063916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//FILE INPUT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/*Read Values from the Input file*/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//file pointer definition to hold a disk location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FILE *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inputFile.txt","r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//assign its address/disk location to file pointer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char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firstWord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char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secondWord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int num;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if(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==NULL)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("File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doesnot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Exist...");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return 1;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901C2986-52ED-F2BE-BEC5-2FA885478FE5}"/>
              </a:ext>
            </a:extLst>
          </p:cNvPr>
          <p:cNvSpPr txBox="1">
            <a:spLocks/>
          </p:cNvSpPr>
          <p:nvPr/>
        </p:nvSpPr>
        <p:spPr>
          <a:xfrm>
            <a:off x="5622758" y="1309436"/>
            <a:ext cx="6569242" cy="45920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("Reads two words and an integer from file \n");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fscanf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,"%s %s %d", firstWord,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secondWord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,&amp;num);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("Display back what has been read from input file: \n");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("%s %s \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n%d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\n",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firstWord,secondWord,num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0;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4445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075AC-1C75-77AE-433C-D4E2E6FB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0CE8BF-0476-2BC5-6393-0834EE76D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179" y="352926"/>
            <a:ext cx="5181599" cy="86627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File Input</a:t>
            </a:r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0A37F4-FCD5-692A-CAF1-CCC6DD9D0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78" y="1464273"/>
            <a:ext cx="5374106" cy="30756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9440CF-9546-5D00-33D4-16B3B5291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308" y="940683"/>
            <a:ext cx="5806575" cy="398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92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692D5-0774-B25B-99BC-5C90BC2E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E032A119-EA29-BC17-B354-8463FCF91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990" y="914399"/>
            <a:ext cx="10868525" cy="1010653"/>
          </a:xfrm>
        </p:spPr>
        <p:txBody>
          <a:bodyPr>
            <a:noAutofit/>
          </a:bodyPr>
          <a:lstStyle/>
          <a:p>
            <a:r>
              <a:rPr lang="en-US" dirty="0"/>
              <a:t>What are the differences between these two blocks of</a:t>
            </a:r>
            <a:br>
              <a:rPr lang="en-US" dirty="0"/>
            </a:br>
            <a:r>
              <a:rPr lang="en-US" dirty="0"/>
              <a:t>code?</a:t>
            </a:r>
          </a:p>
          <a:p>
            <a:endParaRPr lang="en-US" dirty="0"/>
          </a:p>
          <a:p>
            <a:br>
              <a:rPr lang="en-US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E032A119-EA29-BC17-B354-8463FCF91E8A}"/>
              </a:ext>
            </a:extLst>
          </p:cNvPr>
          <p:cNvSpPr txBox="1">
            <a:spLocks/>
          </p:cNvSpPr>
          <p:nvPr/>
        </p:nvSpPr>
        <p:spPr>
          <a:xfrm>
            <a:off x="1507959" y="2518610"/>
            <a:ext cx="3681662" cy="36736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br>
              <a:rPr lang="en-US" dirty="0"/>
            </a:br>
            <a:r>
              <a:rPr lang="en-US" dirty="0"/>
              <a:t>: The </a:t>
            </a:r>
            <a:r>
              <a:rPr lang="en-US" dirty="0" err="1"/>
              <a:t>fscanf</a:t>
            </a:r>
            <a:r>
              <a:rPr lang="en-US" dirty="0"/>
              <a:t>() function takes input from the txt file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9DE06FA6-9062-8D77-C6D5-9EB7E82D92D8}"/>
              </a:ext>
            </a:extLst>
          </p:cNvPr>
          <p:cNvSpPr txBox="1">
            <a:spLocks/>
          </p:cNvSpPr>
          <p:nvPr/>
        </p:nvSpPr>
        <p:spPr>
          <a:xfrm>
            <a:off x="7002381" y="3288632"/>
            <a:ext cx="4034587" cy="3200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: The </a:t>
            </a:r>
            <a:r>
              <a:rPr lang="en-US" dirty="0" err="1"/>
              <a:t>scanf</a:t>
            </a:r>
            <a:r>
              <a:rPr lang="en-US" dirty="0"/>
              <a:t>() function takes input from the users.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37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D80D-E878-4E16-4F86-F3B45974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452A23-585F-7B38-1FD7-7AA4F2538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179" y="352925"/>
            <a:ext cx="11325725" cy="6336633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//READ ELECTRICITY BILL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l"/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FILE *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bill_input.txt","r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algn="l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if(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==NULL)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("File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doesnot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Exist...");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return 1;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("Reading Values from bill input \n");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fscanf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,"%d %d %d %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d",&amp;a,&amp;b,&amp;c,&amp;d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/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26F27-1560-2543-EE96-52CC0CC4ACD7}"/>
              </a:ext>
            </a:extLst>
          </p:cNvPr>
          <p:cNvSpPr txBox="1"/>
          <p:nvPr/>
        </p:nvSpPr>
        <p:spPr>
          <a:xfrm>
            <a:off x="5646822" y="1596865"/>
            <a:ext cx="654517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("Displaying file: \n");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%d %d %d\n\n",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// Goes (starts) to the beginning of the file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fseek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(fp,0,SEEK_SET);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 (int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=1;i&lt;=7;i++)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{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fscanf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,"%d %d %d %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d",&amp;a,&amp;b,&amp;c,&amp;d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%d %d %d\n",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0;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352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7D47-50AF-AB20-994A-0D356670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88B97A-3F86-879B-5C74-7105C5AE1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179" y="352926"/>
            <a:ext cx="5181599" cy="86627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READ ELECTRICITY BILL</a:t>
            </a:r>
          </a:p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D25DBE-2B34-E8C9-E4B5-F5ECC93DD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05" y="1274998"/>
            <a:ext cx="4523873" cy="4308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0543E1-7AF6-748D-28F3-9E1CB178D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773" y="1135326"/>
            <a:ext cx="5654301" cy="4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57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DBD6216-09CE-5100-DB8B-7118084BB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179" y="352925"/>
            <a:ext cx="11325725" cy="617621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//Customer Statistics Pseudo Code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/*</a:t>
            </a:r>
          </a:p>
          <a:p>
            <a:pPr algn="l"/>
            <a:r>
              <a:rPr lang="en-US" dirty="0"/>
              <a:t>Step 1: Start </a:t>
            </a:r>
          </a:p>
          <a:p>
            <a:pPr algn="l"/>
            <a:r>
              <a:rPr lang="en-US" dirty="0"/>
              <a:t>Step 2: Open file</a:t>
            </a:r>
          </a:p>
          <a:p>
            <a:pPr algn="l"/>
            <a:r>
              <a:rPr lang="en-US" dirty="0"/>
              <a:t>Step 3: Take input from the file</a:t>
            </a:r>
          </a:p>
          <a:p>
            <a:pPr algn="l"/>
            <a:r>
              <a:rPr lang="en-US" dirty="0"/>
              <a:t>Step 4: If about 1000 heave user, </a:t>
            </a:r>
          </a:p>
          <a:p>
            <a:pPr algn="l"/>
            <a:r>
              <a:rPr lang="en-US" dirty="0"/>
              <a:t>        else if 500-100 unit consumed regular user </a:t>
            </a:r>
          </a:p>
          <a:p>
            <a:pPr algn="l"/>
            <a:r>
              <a:rPr lang="en-US" dirty="0"/>
              <a:t>        below 0-500 unit consumed light user</a:t>
            </a:r>
          </a:p>
          <a:p>
            <a:pPr algn="l"/>
            <a:r>
              <a:rPr lang="en-US" dirty="0"/>
              <a:t>        else, should enter [positive integer(more than 0)</a:t>
            </a:r>
          </a:p>
          <a:p>
            <a:pPr algn="l"/>
            <a:r>
              <a:rPr lang="en-US" dirty="0"/>
              <a:t>Step 5: Count the unit consumer </a:t>
            </a:r>
          </a:p>
          <a:p>
            <a:pPr algn="l"/>
            <a:r>
              <a:rPr lang="en-US" dirty="0"/>
              <a:t>Step 6: Display the number of consumer, </a:t>
            </a:r>
            <a:r>
              <a:rPr lang="en-US" dirty="0" err="1"/>
              <a:t>classifiying</a:t>
            </a:r>
            <a:r>
              <a:rPr lang="en-US" dirty="0"/>
              <a:t> the users</a:t>
            </a:r>
          </a:p>
          <a:p>
            <a:pPr algn="l"/>
            <a:r>
              <a:rPr lang="en-US"/>
              <a:t>Step 7: End</a:t>
            </a:r>
            <a:endParaRPr lang="en-US" dirty="0"/>
          </a:p>
          <a:p>
            <a:pPr algn="l"/>
            <a:r>
              <a:rPr lang="en-US" dirty="0"/>
              <a:t>*/</a:t>
            </a:r>
          </a:p>
          <a:p>
            <a:pPr algn="l"/>
            <a:br>
              <a:rPr lang="en-US" dirty="0"/>
            </a:br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94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6CB7-F371-8C1F-48EC-246AC31E1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023149E-3C98-3300-237E-8A0E61148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180" y="352925"/>
            <a:ext cx="5438274" cy="6176211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dirty="0"/>
              <a:t>//Customer Statistics</a:t>
            </a:r>
          </a:p>
          <a:p>
            <a:pPr algn="l"/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algn="l"/>
            <a:br>
              <a:rPr lang="en-US" dirty="0"/>
            </a:br>
            <a:endParaRPr lang="en-US" dirty="0"/>
          </a:p>
          <a:p>
            <a:pPr algn="l"/>
            <a:r>
              <a:rPr lang="en-US" dirty="0"/>
              <a:t>int main()</a:t>
            </a:r>
          </a:p>
          <a:p>
            <a:pPr algn="l"/>
            <a:r>
              <a:rPr lang="en-US" dirty="0"/>
              <a:t>{</a:t>
            </a:r>
          </a:p>
          <a:p>
            <a:pPr algn="l"/>
            <a:r>
              <a:rPr lang="en-US" dirty="0"/>
              <a:t>    FILE * </a:t>
            </a:r>
            <a:r>
              <a:rPr lang="en-US" dirty="0" err="1"/>
              <a:t>fp</a:t>
            </a:r>
            <a:r>
              <a:rPr lang="en-US" dirty="0"/>
              <a:t>;</a:t>
            </a:r>
          </a:p>
          <a:p>
            <a:pPr algn="l"/>
            <a:r>
              <a:rPr lang="en-US" dirty="0"/>
              <a:t>    int </a:t>
            </a:r>
            <a:r>
              <a:rPr lang="en-US" dirty="0" err="1"/>
              <a:t>unit,test_int</a:t>
            </a:r>
            <a:r>
              <a:rPr lang="en-US" dirty="0"/>
              <a:t>;</a:t>
            </a:r>
          </a:p>
          <a:p>
            <a:pPr algn="l"/>
            <a:r>
              <a:rPr lang="en-US" dirty="0"/>
              <a:t>    int </a:t>
            </a:r>
            <a:r>
              <a:rPr lang="en-US" dirty="0" err="1"/>
              <a:t>count_huser</a:t>
            </a:r>
            <a:r>
              <a:rPr lang="en-US" dirty="0"/>
              <a:t>=0, </a:t>
            </a:r>
            <a:r>
              <a:rPr lang="en-US" dirty="0" err="1"/>
              <a:t>count_ruser</a:t>
            </a:r>
            <a:r>
              <a:rPr lang="en-US" dirty="0"/>
              <a:t>=0, </a:t>
            </a:r>
            <a:r>
              <a:rPr lang="en-US" dirty="0" err="1"/>
              <a:t>count_luser</a:t>
            </a:r>
            <a:r>
              <a:rPr lang="en-US" dirty="0"/>
              <a:t>=0;</a:t>
            </a:r>
          </a:p>
          <a:p>
            <a:pPr algn="l"/>
            <a:r>
              <a:rPr lang="en-US" dirty="0"/>
              <a:t>    </a:t>
            </a:r>
            <a:r>
              <a:rPr lang="en-US" dirty="0" err="1"/>
              <a:t>fp</a:t>
            </a:r>
            <a:r>
              <a:rPr lang="en-US" dirty="0"/>
              <a:t> = </a:t>
            </a:r>
            <a:r>
              <a:rPr lang="en-US" dirty="0" err="1"/>
              <a:t>fopen</a:t>
            </a:r>
            <a:r>
              <a:rPr lang="en-US" dirty="0"/>
              <a:t>("</a:t>
            </a:r>
            <a:r>
              <a:rPr lang="en-US" dirty="0" err="1"/>
              <a:t>testInput.txt","r</a:t>
            </a:r>
            <a:r>
              <a:rPr lang="en-US" dirty="0"/>
              <a:t>");</a:t>
            </a:r>
          </a:p>
          <a:p>
            <a:pPr algn="l"/>
            <a:br>
              <a:rPr lang="en-US" dirty="0"/>
            </a:br>
            <a:endParaRPr lang="en-US" dirty="0"/>
          </a:p>
          <a:p>
            <a:pPr algn="l"/>
            <a:r>
              <a:rPr lang="en-US" dirty="0"/>
              <a:t>    if(</a:t>
            </a:r>
            <a:r>
              <a:rPr lang="en-US" dirty="0" err="1"/>
              <a:t>fp</a:t>
            </a:r>
            <a:r>
              <a:rPr lang="en-US" dirty="0"/>
              <a:t>==NULL)</a:t>
            </a:r>
          </a:p>
          <a:p>
            <a:pPr algn="l"/>
            <a:r>
              <a:rPr lang="en-US" dirty="0"/>
              <a:t>    {</a:t>
            </a:r>
          </a:p>
          <a:p>
            <a:pPr algn="l"/>
            <a:r>
              <a:rPr lang="en-US" dirty="0"/>
              <a:t>        </a:t>
            </a:r>
            <a:r>
              <a:rPr lang="en-US" dirty="0" err="1"/>
              <a:t>printf</a:t>
            </a:r>
            <a:r>
              <a:rPr lang="en-US" dirty="0"/>
              <a:t>("File </a:t>
            </a:r>
            <a:r>
              <a:rPr lang="en-US" dirty="0" err="1"/>
              <a:t>doesnot</a:t>
            </a:r>
            <a:r>
              <a:rPr lang="en-US" dirty="0"/>
              <a:t> Exist...");</a:t>
            </a:r>
          </a:p>
          <a:p>
            <a:pPr algn="l"/>
            <a:r>
              <a:rPr lang="en-US" dirty="0"/>
              <a:t>        return 1;</a:t>
            </a:r>
          </a:p>
          <a:p>
            <a:pPr algn="l"/>
            <a:r>
              <a:rPr lang="en-US" dirty="0"/>
              <a:t>    }</a:t>
            </a:r>
          </a:p>
          <a:p>
            <a:pPr algn="l"/>
            <a:r>
              <a:rPr lang="en-US" dirty="0"/>
              <a:t>    //takes input from the file unit it reaches the end of file</a:t>
            </a:r>
          </a:p>
          <a:p>
            <a:pPr algn="l"/>
            <a:r>
              <a:rPr lang="en-US" dirty="0"/>
              <a:t>    </a:t>
            </a:r>
          </a:p>
          <a:p>
            <a:pPr algn="l"/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C6D8701-5CBB-D0B5-EA39-42A392B17A2C}"/>
              </a:ext>
            </a:extLst>
          </p:cNvPr>
          <p:cNvSpPr txBox="1">
            <a:spLocks/>
          </p:cNvSpPr>
          <p:nvPr/>
        </p:nvSpPr>
        <p:spPr>
          <a:xfrm>
            <a:off x="6304546" y="340894"/>
            <a:ext cx="5438274" cy="6176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15CC6-7AF6-4AD0-5697-47565E024F33}"/>
              </a:ext>
            </a:extLst>
          </p:cNvPr>
          <p:cNvSpPr txBox="1"/>
          <p:nvPr/>
        </p:nvSpPr>
        <p:spPr>
          <a:xfrm>
            <a:off x="5887454" y="737753"/>
            <a:ext cx="6096000" cy="5492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test_int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fscanf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EOF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count_huser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count_ruser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count_luser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"Invalid Input!!"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Heavy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Users :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count_huser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"Regular Users :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count_ruser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"Light Users :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count_luser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693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0D2FE-59FF-7BEB-D4BF-A2A496EAE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263" y="365125"/>
            <a:ext cx="6833937" cy="1325563"/>
          </a:xfrm>
        </p:spPr>
        <p:txBody>
          <a:bodyPr/>
          <a:lstStyle/>
          <a:p>
            <a:r>
              <a:rPr lang="en-US" dirty="0"/>
              <a:t>Output: Customer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268E58-33FC-3E70-2C55-EFBC24739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75698"/>
            <a:ext cx="5877890" cy="34748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E1F253-5912-82FB-753C-D6C5C2F1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821" y="1690688"/>
            <a:ext cx="4684295" cy="38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29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8BC5-FE0A-7154-B4AF-87872E6EA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380"/>
            <a:ext cx="6268453" cy="536658"/>
          </a:xfrm>
        </p:spPr>
        <p:txBody>
          <a:bodyPr>
            <a:normAutofit fontScale="90000"/>
          </a:bodyPr>
          <a:lstStyle/>
          <a:p>
            <a:r>
              <a:rPr lang="en-US" dirty="0"/>
              <a:t>Display Pattern: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ED8746-F132-C4E2-F95A-8CD4DF031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//PATTERNS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 ()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int size = 6;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//using temp as copy variable of size to not affect the actual size variable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int temp = size;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int temp2 = size;</a:t>
            </a:r>
          </a:p>
          <a:p>
            <a:pPr marL="0" indent="0"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86D9FA-1A12-DC89-B0E2-AF4F4592B5A4}"/>
              </a:ext>
            </a:extLst>
          </p:cNvPr>
          <p:cNvSpPr txBox="1"/>
          <p:nvPr/>
        </p:nvSpPr>
        <p:spPr>
          <a:xfrm>
            <a:off x="9801727" y="6229425"/>
            <a:ext cx="2326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to be  continued…</a:t>
            </a:r>
          </a:p>
        </p:txBody>
      </p:sp>
    </p:spTree>
    <p:extLst>
      <p:ext uri="{BB962C8B-B14F-4D97-AF65-F5344CB8AC3E}">
        <p14:creationId xmlns:p14="http://schemas.microsoft.com/office/powerpoint/2010/main" val="3938276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0751D-A029-D4AD-FCF8-F3091BFE8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D20F-C9E3-BED1-A866-9FDD48FB4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52874" cy="821991"/>
          </a:xfrm>
        </p:spPr>
        <p:txBody>
          <a:bodyPr/>
          <a:lstStyle/>
          <a:p>
            <a:r>
              <a:rPr lang="en-US" dirty="0"/>
              <a:t>Display Pattern: Pattern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CF3F-CEE6-A4C7-D460-CB58E210B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51358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("Patter A: \n");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for(int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size;i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for (int j =1;j&lt;=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i;j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{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",j);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("\n");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("\n\n");</a:t>
            </a:r>
          </a:p>
          <a:p>
            <a:pPr marL="0" indent="0">
              <a:buNone/>
            </a:pP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3E9BC39-A166-34C9-35B8-E72DB07B5DDB}"/>
              </a:ext>
            </a:extLst>
          </p:cNvPr>
          <p:cNvSpPr txBox="1">
            <a:spLocks/>
          </p:cNvSpPr>
          <p:nvPr/>
        </p:nvSpPr>
        <p:spPr>
          <a:xfrm>
            <a:off x="6096000" y="1909119"/>
            <a:ext cx="5181599" cy="633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BE6C8C-D0DC-DDBB-5AF1-2974BA92E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42782"/>
            <a:ext cx="5086469" cy="27655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B1E437-ABAD-579D-61E7-7E41AFA44601}"/>
              </a:ext>
            </a:extLst>
          </p:cNvPr>
          <p:cNvSpPr txBox="1"/>
          <p:nvPr/>
        </p:nvSpPr>
        <p:spPr>
          <a:xfrm>
            <a:off x="9801727" y="6229425"/>
            <a:ext cx="2326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to be  continued…</a:t>
            </a:r>
          </a:p>
        </p:txBody>
      </p:sp>
    </p:spTree>
    <p:extLst>
      <p:ext uri="{BB962C8B-B14F-4D97-AF65-F5344CB8AC3E}">
        <p14:creationId xmlns:p14="http://schemas.microsoft.com/office/powerpoint/2010/main" val="3516743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10075-0DA4-28E8-B1C8-37008C7E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0AD5D-A918-43CE-435E-B39E8FCB7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04158" cy="982412"/>
          </a:xfrm>
        </p:spPr>
        <p:txBody>
          <a:bodyPr/>
          <a:lstStyle/>
          <a:p>
            <a:r>
              <a:rPr lang="en-US" dirty="0"/>
              <a:t>Display Pattern: Pattern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A2F91-ACD2-327A-6B01-6AC7B1DD1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("Pattern B: \n");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for(int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size;i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for(int j =1; j&lt;=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temp;j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",j);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temp-=1;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("\n");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("\n\n");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34CC6B3-5906-AB81-FBC2-0DC7765F473F}"/>
              </a:ext>
            </a:extLst>
          </p:cNvPr>
          <p:cNvSpPr txBox="1">
            <a:spLocks/>
          </p:cNvSpPr>
          <p:nvPr/>
        </p:nvSpPr>
        <p:spPr>
          <a:xfrm>
            <a:off x="6096000" y="1909119"/>
            <a:ext cx="5181599" cy="633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9D5FB2-2848-5930-B355-0B0B2411A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457" y="2626276"/>
            <a:ext cx="3121554" cy="28014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74C951-2187-8AB5-5128-1C10323EB2E3}"/>
              </a:ext>
            </a:extLst>
          </p:cNvPr>
          <p:cNvSpPr txBox="1"/>
          <p:nvPr/>
        </p:nvSpPr>
        <p:spPr>
          <a:xfrm>
            <a:off x="9801727" y="6229425"/>
            <a:ext cx="2326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to be  continued…</a:t>
            </a:r>
          </a:p>
        </p:txBody>
      </p:sp>
    </p:spTree>
    <p:extLst>
      <p:ext uri="{BB962C8B-B14F-4D97-AF65-F5344CB8AC3E}">
        <p14:creationId xmlns:p14="http://schemas.microsoft.com/office/powerpoint/2010/main" val="1598340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8D353-AC11-0CDB-4B92-71692BB33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16E8-2AC7-CF51-53FA-3E9CEA47A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231" y="109620"/>
            <a:ext cx="6926179" cy="1142833"/>
          </a:xfrm>
        </p:spPr>
        <p:txBody>
          <a:bodyPr/>
          <a:lstStyle/>
          <a:p>
            <a:r>
              <a:rPr lang="en-US" dirty="0"/>
              <a:t>Display Pattern: Pattern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2BB94-9453-FEE2-1EF3-437DD5D77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748"/>
            <a:ext cx="10515600" cy="474921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printf("Pattern C: \n");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for(int i=1;i&lt;=size;i++)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for(int space =i;space&lt;size;space++)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{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printf("  ");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//reversing the pattern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for(int j=i; j&gt;=1;j--)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{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printf("%d ",j);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//temp2-=1;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printf("\n");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marL="0" indent="0">
              <a:buNone/>
            </a:pP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   printf("\n\n");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B02B8-BE32-5102-72F9-896AEFC6C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988" y="2459234"/>
            <a:ext cx="3278696" cy="371773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82092C3-EAEF-0B94-8903-9CBC9B88E4D5}"/>
              </a:ext>
            </a:extLst>
          </p:cNvPr>
          <p:cNvSpPr txBox="1">
            <a:spLocks/>
          </p:cNvSpPr>
          <p:nvPr/>
        </p:nvSpPr>
        <p:spPr>
          <a:xfrm>
            <a:off x="6096000" y="1727326"/>
            <a:ext cx="5181599" cy="633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B4D82-19A4-C0AF-801C-57F2100150E3}"/>
              </a:ext>
            </a:extLst>
          </p:cNvPr>
          <p:cNvSpPr txBox="1"/>
          <p:nvPr/>
        </p:nvSpPr>
        <p:spPr>
          <a:xfrm>
            <a:off x="9801727" y="6229425"/>
            <a:ext cx="2326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to be  continued…</a:t>
            </a:r>
          </a:p>
        </p:txBody>
      </p:sp>
    </p:spTree>
    <p:extLst>
      <p:ext uri="{BB962C8B-B14F-4D97-AF65-F5344CB8AC3E}">
        <p14:creationId xmlns:p14="http://schemas.microsoft.com/office/powerpoint/2010/main" val="3133528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B15F9-1F76-C00A-FFED-2E26E3C02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7E6B-F1CD-91B6-A41B-8B3D86F33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48663" cy="517191"/>
          </a:xfrm>
        </p:spPr>
        <p:txBody>
          <a:bodyPr>
            <a:normAutofit fontScale="90000"/>
          </a:bodyPr>
          <a:lstStyle/>
          <a:p>
            <a:r>
              <a:rPr lang="en-US" dirty="0"/>
              <a:t>Display Pattern: Pattern 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8DF0-D5C2-F8A6-2CD7-52861E1DA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368"/>
            <a:ext cx="10515600" cy="489359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("Pattern D: \n");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for(int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size;i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for(int space=1;space&lt;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i;space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{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  ");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for(int j = 1;j&lt;=temp2;j++)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{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",j);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temp2-=1;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("\n");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0;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36377F-B0C2-A89D-E75A-5F10F9527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579" y="2542782"/>
            <a:ext cx="5613947" cy="273506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97150AA-2649-2D68-AECC-3B6003F462E2}"/>
              </a:ext>
            </a:extLst>
          </p:cNvPr>
          <p:cNvSpPr txBox="1">
            <a:spLocks/>
          </p:cNvSpPr>
          <p:nvPr/>
        </p:nvSpPr>
        <p:spPr>
          <a:xfrm>
            <a:off x="6096000" y="1909119"/>
            <a:ext cx="5181599" cy="633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810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AD05-403B-8E4D-2AFA-0A40E77A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4CEF38-A1E4-74A2-2D09-85F4C6426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260683"/>
            <a:ext cx="4235115" cy="6336633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//Largest num, count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l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FILE *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occurrence.txt","r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int size = 10,num[size], largest=num[0];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l_occurrence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=0;</a:t>
            </a:r>
          </a:p>
          <a:p>
            <a:pPr algn="l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if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==NULL)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("File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doesnot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exist");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return 1;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48D95-6214-FE2A-9B1C-9E5C19BE2460}"/>
              </a:ext>
            </a:extLst>
          </p:cNvPr>
          <p:cNvSpPr txBox="1"/>
          <p:nvPr/>
        </p:nvSpPr>
        <p:spPr>
          <a:xfrm>
            <a:off x="4840705" y="1796002"/>
            <a:ext cx="39463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//Reading values from file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for(int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=0;i&lt;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size;i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fscanf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,"%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d",&amp;num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//Assuming  input ends with 0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//breaks if input is 0 while fetching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if(num[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]==0)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break;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if (largest&lt;num[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largest = num[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6BC8A3-5405-5B8B-CB84-7453F9599C02}"/>
              </a:ext>
            </a:extLst>
          </p:cNvPr>
          <p:cNvSpPr txBox="1"/>
          <p:nvPr/>
        </p:nvSpPr>
        <p:spPr>
          <a:xfrm>
            <a:off x="9801727" y="6229425"/>
            <a:ext cx="2326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to be  continued…</a:t>
            </a:r>
          </a:p>
        </p:txBody>
      </p:sp>
    </p:spTree>
    <p:extLst>
      <p:ext uri="{BB962C8B-B14F-4D97-AF65-F5344CB8AC3E}">
        <p14:creationId xmlns:p14="http://schemas.microsoft.com/office/powerpoint/2010/main" val="3169699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D77FD-999B-38EE-8371-B63EA674A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38D7E6-E042-2605-8DAD-262A90C8B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1347537"/>
            <a:ext cx="6095999" cy="4925290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//counting the occurrence of largest number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for(int j = 0; j&lt;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size;j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if(num[j]==0)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{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break;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if(largest== num[j])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{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l_occurrence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+=1;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algn="l"/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C844F3-EF34-9521-512F-C8F019C49F8C}"/>
              </a:ext>
            </a:extLst>
          </p:cNvPr>
          <p:cNvSpPr txBox="1"/>
          <p:nvPr/>
        </p:nvSpPr>
        <p:spPr>
          <a:xfrm>
            <a:off x="6096000" y="1182756"/>
            <a:ext cx="57430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("Largest number: %d\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n",largest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("Largest number occurrence: %d\n",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l_occurrence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0;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4E1AB-8AE2-FB49-13BA-AE67E1A83230}"/>
              </a:ext>
            </a:extLst>
          </p:cNvPr>
          <p:cNvSpPr txBox="1"/>
          <p:nvPr/>
        </p:nvSpPr>
        <p:spPr>
          <a:xfrm>
            <a:off x="152400" y="215841"/>
            <a:ext cx="42431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… Largest num, count (continued)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FAB3EC3-C27A-EDDE-C96B-B26106340922}"/>
              </a:ext>
            </a:extLst>
          </p:cNvPr>
          <p:cNvSpPr txBox="1">
            <a:spLocks/>
          </p:cNvSpPr>
          <p:nvPr/>
        </p:nvSpPr>
        <p:spPr>
          <a:xfrm>
            <a:off x="6096000" y="2960783"/>
            <a:ext cx="5181599" cy="633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D73884-BDFB-9ABA-5767-54981457D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810182"/>
            <a:ext cx="5393719" cy="160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71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FD5DA-75D4-678F-6350-0FB896DB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84" y="204705"/>
            <a:ext cx="6091989" cy="725738"/>
          </a:xfrm>
        </p:spPr>
        <p:txBody>
          <a:bodyPr>
            <a:normAutofit fontScale="90000"/>
          </a:bodyPr>
          <a:lstStyle/>
          <a:p>
            <a:r>
              <a:rPr lang="en-US" dirty="0"/>
              <a:t>Vowel and Consonant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D7756-F3B6-ADDB-87F6-190667BCB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684" y="1058779"/>
            <a:ext cx="5402179" cy="55945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int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t_vowel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t_consonants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char str[100];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// To compare sentence with vowel letter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char vowel[10]= {'a','e','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o','u','A','E','I','O','U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'};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 word : ");</a:t>
            </a: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// Takes (reads) input until user enters new line.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("%[^\n]",str); </a:t>
            </a: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/*loops runs if the string is not null char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as string ends with null character when it reaches 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last array(null char) loop ends*/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 (int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=0; str[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]!='\0';i++)</a:t>
            </a: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C868A-DB8C-83B8-616E-C0DAE8B756D1}"/>
              </a:ext>
            </a:extLst>
          </p:cNvPr>
          <p:cNvSpPr txBox="1"/>
          <p:nvPr/>
        </p:nvSpPr>
        <p:spPr>
          <a:xfrm>
            <a:off x="5951622" y="1058779"/>
            <a:ext cx="561473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//checks whether the given input is alphabet or not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//done so to not count space in total consonant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if(str[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]&gt;='A' &amp;&amp; str[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]&lt;='Z' || str[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]&gt;='a' &amp;&amp; str[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]&lt;='z')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// the given input is not vowel, resets after each letter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is_vowel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=0;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for(int j =0; j&lt;10;j++)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if(str[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]==vowel[j])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// if the given input is vowel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is_vowel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=1;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}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3096C-4A93-D359-A38C-742A4E9FCBE4}"/>
              </a:ext>
            </a:extLst>
          </p:cNvPr>
          <p:cNvSpPr txBox="1"/>
          <p:nvPr/>
        </p:nvSpPr>
        <p:spPr>
          <a:xfrm>
            <a:off x="9801727" y="6229425"/>
            <a:ext cx="2326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to be  continued…</a:t>
            </a:r>
          </a:p>
        </p:txBody>
      </p:sp>
    </p:spTree>
    <p:extLst>
      <p:ext uri="{BB962C8B-B14F-4D97-AF65-F5344CB8AC3E}">
        <p14:creationId xmlns:p14="http://schemas.microsoft.com/office/powerpoint/2010/main" val="2557559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1272A-CFE1-1D37-641D-17C53FB83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FB955-E2F8-30F2-B760-7CE179411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84" y="0"/>
            <a:ext cx="4872790" cy="725738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Vowel and Consonant Count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69E11-134A-91DF-3279-673E84FEB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684" y="914401"/>
            <a:ext cx="11562348" cy="57388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if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is_vowel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==1)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t_vowel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+=1;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if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is_vowel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0)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t_consonants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+=1;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nTotal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Vowel: %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s",str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nTotal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Vowel: %d\n",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t_vowel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("Total Consonants: %d",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t_consonants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0;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FD045B-8CB6-C8D4-B8BE-ECBC5092A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21229"/>
            <a:ext cx="5229726" cy="2725592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3F82DB3-1E26-D4D6-CF04-718CF85E654C}"/>
              </a:ext>
            </a:extLst>
          </p:cNvPr>
          <p:cNvSpPr txBox="1">
            <a:spLocks/>
          </p:cNvSpPr>
          <p:nvPr/>
        </p:nvSpPr>
        <p:spPr>
          <a:xfrm>
            <a:off x="6096000" y="1909119"/>
            <a:ext cx="5181599" cy="633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858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835C0F93736648BAEFEB1407541BF2" ma:contentTypeVersion="5" ma:contentTypeDescription="Create a new document." ma:contentTypeScope="" ma:versionID="fd5b213deaf4e774eef3368da426af4a">
  <xsd:schema xmlns:xsd="http://www.w3.org/2001/XMLSchema" xmlns:xs="http://www.w3.org/2001/XMLSchema" xmlns:p="http://schemas.microsoft.com/office/2006/metadata/properties" xmlns:ns3="b9f88e1e-ec1e-4398-8d54-9c13b236700a" targetNamespace="http://schemas.microsoft.com/office/2006/metadata/properties" ma:root="true" ma:fieldsID="6d15b527d048382884e4b323ee598108" ns3:_="">
    <xsd:import namespace="b9f88e1e-ec1e-4398-8d54-9c13b236700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f88e1e-ec1e-4398-8d54-9c13b236700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f88e1e-ec1e-4398-8d54-9c13b236700a" xsi:nil="true"/>
  </documentManagement>
</p:properties>
</file>

<file path=customXml/itemProps1.xml><?xml version="1.0" encoding="utf-8"?>
<ds:datastoreItem xmlns:ds="http://schemas.openxmlformats.org/officeDocument/2006/customXml" ds:itemID="{82D02C02-9125-41AB-9064-9D847F081E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C351AA-4133-49A9-8E09-BA3388EA45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f88e1e-ec1e-4398-8d54-9c13b23670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F71B5F-D61A-418F-9A01-4C4B89038B74}">
  <ds:schemaRefs>
    <ds:schemaRef ds:uri="b9f88e1e-ec1e-4398-8d54-9c13b236700a"/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1858</Words>
  <Application>Microsoft Office PowerPoint</Application>
  <PresentationFormat>Widescreen</PresentationFormat>
  <Paragraphs>311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Output: Customer Statistics</vt:lpstr>
      <vt:lpstr>Display Pattern: </vt:lpstr>
      <vt:lpstr>Display Pattern: Pattern A</vt:lpstr>
      <vt:lpstr>Display Pattern: Pattern B</vt:lpstr>
      <vt:lpstr>Display Pattern: Pattern C</vt:lpstr>
      <vt:lpstr>Display Pattern: Pattern D</vt:lpstr>
      <vt:lpstr>PowerPoint Presentation</vt:lpstr>
      <vt:lpstr>PowerPoint Presentation</vt:lpstr>
      <vt:lpstr>Vowel and Consonant Count</vt:lpstr>
      <vt:lpstr>… Vowel and Consonant Count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Shrestha (Student)</dc:creator>
  <cp:lastModifiedBy>Michelle Shrestha (Student)</cp:lastModifiedBy>
  <cp:revision>15</cp:revision>
  <dcterms:created xsi:type="dcterms:W3CDTF">2025-12-15T15:33:55Z</dcterms:created>
  <dcterms:modified xsi:type="dcterms:W3CDTF">2025-12-17T06:04:09Z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0x010100C5835C0F93736648BAEFEB1407541BF2</vt:lpwstr>
  </property>
</Properties>
</file>