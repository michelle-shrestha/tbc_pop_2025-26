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0CF8-8CB4-281B-4588-5BEF558D7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1429A-F1DD-64AE-EA47-DBBEFCC18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2F697-C2F4-431D-C360-17F600358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2BFF-8E0B-4943-8AE7-898F77A69DF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2C0E7-6DC0-D1EF-A267-3CE87B80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FEE7F-6475-5E5A-3203-AF1454D10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07B31-C294-4C95-9A2E-5F9CD6E7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0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A3445-917F-9FB1-2E32-A0319E78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C3B7E-4ABC-8D18-9B70-6320EB156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52FD8-EC78-88AB-00C2-CDE326AC0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2BFF-8E0B-4943-8AE7-898F77A69DF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21FCF-9321-1BBB-0D1E-C2CDC086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24DC8-AC34-F552-D030-FD3FEF7A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07B31-C294-4C95-9A2E-5F9CD6E7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92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C6F35-F88C-CB35-6BFD-DA023E820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EEB37-24A0-184C-FF36-29E392EFC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6CAEA-0BB1-E354-6683-BFE421CD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2BFF-8E0B-4943-8AE7-898F77A69DF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27C6F-8769-6861-F834-B1D22BA1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0282F-71F8-1980-E375-5982C9093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07B31-C294-4C95-9A2E-5F9CD6E7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8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45AD-B1B3-9687-5E0F-08FACB09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74E74-7352-6C56-0510-2CC2B85DE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E464C-42C4-FEAA-8B1E-A6D24E1D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33EA8D-AFEB-ABCA-B652-72396E18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2BFF-8E0B-4943-8AE7-898F77A69DF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7BA9A-354E-EE33-4B44-D8E58B789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276CE-E7F7-A1CC-A8C4-20D88DD16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07B31-C294-4C95-9A2E-5F9CD6E7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36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29D13-39F1-0BD4-0D82-F2960572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0BDE0-25FF-0C10-B76E-03591CE35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1B816-43B7-720E-F35A-B952BE2A9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45E90-1B5F-343F-E97D-A5AD979D3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AE8A67-11F3-DB62-D03D-E21A9BDF53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410C8-891F-C1BE-3BB8-7EAB58B3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2BFF-8E0B-4943-8AE7-898F77A69DF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5D95AF-1ADA-5BCC-0694-4CDCC79A5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AE912-C9E5-ACA6-9357-FD46AE136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07B31-C294-4C95-9A2E-5F9CD6E7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39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E3DB-80A8-D96A-379A-00966444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8E65D5-3E1A-4E8D-4DF5-FA59EE5F5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2BFF-8E0B-4943-8AE7-898F77A69DF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50D37-EF96-30B0-8F2F-CD35BB4B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CF270-EAD0-4C5C-2817-54B7AF644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07B31-C294-4C95-9A2E-5F9CD6E7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182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FABEF-7E25-1268-BECA-5BBCE02C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2BFF-8E0B-4943-8AE7-898F77A69DF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FC7A2-A682-7784-65DD-6CAD900A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059AA-F786-B566-4C51-032449D2B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07B31-C294-4C95-9A2E-5F9CD6E7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26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3990-A1D9-1A06-9AEF-DDFF9EC2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09F41-CA4B-8705-C488-7B5E94933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125EF-BE5B-4E34-73BE-E410169D9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BC714-7FEB-55F0-3089-B2E3C916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2BFF-8E0B-4943-8AE7-898F77A69DF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C6585-3115-D1C5-FD2C-16C3B69D9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72023-0AA8-74BF-B46D-7FC873B7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07B31-C294-4C95-9A2E-5F9CD6E7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50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03F16-7DB1-6C44-D977-36B56F339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B45DC-A403-7E8B-406B-EC8B24B46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CB02E-4880-AB3B-A760-7A42E9EE6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3EBF5-3D41-9DBD-39F2-FC34582C2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2BFF-8E0B-4943-8AE7-898F77A69DF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C009D-4836-9624-2867-E716F8F38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CA5797-A9A3-823A-AEAB-37E464C4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07B31-C294-4C95-9A2E-5F9CD6E7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65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C0570-FD15-3F91-0A91-E93611B55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F8D9B-F8E5-BA2A-5D80-8DF51199C0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ACB98-11E7-35E7-0626-7D3FF177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2BFF-8E0B-4943-8AE7-898F77A69DF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85F5A-B8CC-C02B-04C0-60EF2B74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0BAA2-AFAA-E073-3EC3-3B673BA0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07B31-C294-4C95-9A2E-5F9CD6E7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28595-2417-42B5-8970-B6FEE4657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829C2-9BE2-99BB-DAFC-A5B3A3FA6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0FCC5-3789-1B85-5E24-C5975EAC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02BFF-8E0B-4943-8AE7-898F77A69DF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68044-1546-D330-97F9-CD9C81E0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8127F-3A38-F53B-0585-FD0558449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07B31-C294-4C95-9A2E-5F9CD6E7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64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A540DC-8879-DA58-05BC-47C64B3F4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0EE81-77B9-F5EB-DD56-A537A804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03EDE-ED14-AC53-E32F-24F3DD1A07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C02BFF-8E0B-4943-8AE7-898F77A69DF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8848E-727F-FCB6-ACF1-8610B3680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A64BE-C6E1-AC45-A9E1-3C085AB935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07B31-C294-4C95-9A2E-5F9CD6E7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4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004CD-CD8E-CC4E-7ECF-097E657B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C70A4-8B50-A709-D5C8-F57B733AE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7" y="417095"/>
            <a:ext cx="11357810" cy="6160168"/>
          </a:xfrm>
        </p:spPr>
        <p:txBody>
          <a:bodyPr anchor="t">
            <a:noAutofit/>
          </a:bodyPr>
          <a:lstStyle/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char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char str[50];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char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[99];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the character: ");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("%c",&amp;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the string: ");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// Amper sign &amp; is not used during array of character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//cause the variable itself acts as 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pinter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s",str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the sentence: ");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// using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scanset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"%[^!]" prints the sentence before exclamation mark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("%[^!]s",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n%c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\n",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s",str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("%s",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0;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213248-7C34-7875-733F-FBE9E313C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541" y="2097261"/>
            <a:ext cx="4972744" cy="28674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5F6943-3938-B2A3-676B-224B2EF58817}"/>
              </a:ext>
            </a:extLst>
          </p:cNvPr>
          <p:cNvSpPr txBox="1"/>
          <p:nvPr/>
        </p:nvSpPr>
        <p:spPr>
          <a:xfrm>
            <a:off x="6946541" y="1524000"/>
            <a:ext cx="3208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4045188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2A142-1C9E-5DF7-5B89-508E21135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7" y="417095"/>
            <a:ext cx="11357810" cy="6160168"/>
          </a:xfrm>
        </p:spPr>
        <p:txBody>
          <a:bodyPr anchor="t">
            <a:noAutofit/>
          </a:bodyPr>
          <a:lstStyle/>
          <a:p>
            <a:pPr algn="l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Given a three-digit integer print the sum of its digits.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num,sum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=0,temp;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three digit number: ");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("%3d",&amp;num);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if (100&lt;=num &amp;&amp; num&lt;=999)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{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for(int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=1;i&lt;=3;i++)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{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temp=num%10;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sum =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temp+sum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   num/=10;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}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/*It finds and adds(remainder which is last digit)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from the last number until the num becomes 0*/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(“Sum of three digit number: %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d",sum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return 0;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EA7E76-2A5B-413F-3CEF-4DBFF227E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907" y="2662990"/>
            <a:ext cx="5953956" cy="30640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283D03-96C1-0141-BD88-B0CFB715C773}"/>
              </a:ext>
            </a:extLst>
          </p:cNvPr>
          <p:cNvSpPr txBox="1"/>
          <p:nvPr/>
        </p:nvSpPr>
        <p:spPr>
          <a:xfrm>
            <a:off x="5804907" y="2109315"/>
            <a:ext cx="3208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</p:txBody>
      </p:sp>
    </p:spTree>
    <p:extLst>
      <p:ext uri="{BB962C8B-B14F-4D97-AF65-F5344CB8AC3E}">
        <p14:creationId xmlns:p14="http://schemas.microsoft.com/office/powerpoint/2010/main" val="1865965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Task 1:  #include &lt;stdio.h&gt; int main() {     char ch;     char str[50];     char sen[99];     printf("Enter the character: ");     scanf("%c",&amp;ch);       printf("Enter the string: ");     // Amper sign &amp; is not used during array of character      //cause the variable itself acts as a pinter.     scanf("%s",str);      printf("Enter the sentence: ");     // using scanset"%[^!]" prints the sentence before exclamation mark     scanf("%[^!]s",sen);      printf("\n%c\n",ch);     printf("%s",str);     printf("%s",sen);     return 0; }  </vt:lpstr>
      <vt:lpstr>Task 2:  // Given a three-digit integer print the sum of its digits.   #include &lt;stdio.h&gt;   int main() {     int num,sum=0,temp;     printf("Enter three digit number: ");     scanf("%3d",&amp;num);     if (100&lt;=num &amp;&amp; num&lt;=999)     {         for(int i =1;i&lt;=3;i++)         {             temp=num%10;             sum = temp+sum;             num/=10;         }         /*It finds and adds(remainder which is last digit)          from the last number until the num becomes 0*/     }     printf(“Sum of three digit number: %d",sum);     return 0; 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Shrestha (Student)</dc:creator>
  <cp:lastModifiedBy>Michelle Shrestha (Student)</cp:lastModifiedBy>
  <cp:revision>1</cp:revision>
  <dcterms:created xsi:type="dcterms:W3CDTF">2025-12-13T11:04:14Z</dcterms:created>
  <dcterms:modified xsi:type="dcterms:W3CDTF">2025-12-13T11:05:04Z</dcterms:modified>
</cp:coreProperties>
</file>